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073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ti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60000"/>
            <a:ext cx="39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E3A39"/>
                </a:solidFill>
                <a:latin typeface="Zen Old Mincho"/>
              </a:defRPr>
            </a:pPr>
            <a:r>
              <a:t>都心近接の時短邸宅</a:t>
            </a:r>
          </a:p>
          <a:p>
            <a:pPr>
              <a:defRPr sz="1100">
                <a:solidFill>
                  <a:srgbClr val="4A4036"/>
                </a:solidFill>
                <a:latin typeface="Noto Sans JP"/>
              </a:defRPr>
            </a:pPr>
            <a:r>
              <a:t>快適な子育てを応援するZEH住宅！</a:t>
            </a:r>
            <a:br/>
            <a:r>
              <a:t>新宿20分！保育施設/小学校/球技OK公園5分圏内！家事代行級の設備！</a:t>
            </a:r>
          </a:p>
        </p:txBody>
      </p:sp>
      <p:pic>
        <p:nvPicPr>
          <p:cNvPr id="4" name="Picture 3" descr="QR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00" y="360000"/>
            <a:ext cx="900000" cy="9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00000" y="129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詳細情報はこちら！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360000"/>
            <a:ext cx="3851999" cy="1260000"/>
          </a:xfrm>
          <a:prstGeom prst="rect">
            <a:avLst/>
          </a:prstGeom>
          <a:solidFill>
            <a:srgbClr val="3E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Maison Terrasse </a:t>
            </a:r>
            <a:r>
              <a:rPr dirty="0" err="1"/>
              <a:t>Asagaya</a:t>
            </a:r>
            <a:r>
              <a:rPr lang="ja-JP" altLang="en-US" dirty="0"/>
              <a:t> </a:t>
            </a:r>
            <a:r>
              <a:rPr lang="en-US" altLang="ja-JP"/>
              <a:t>101</a:t>
            </a:r>
            <a:endParaRPr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3LDK 81.18㎡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800000"/>
            <a:ext cx="32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B8860B"/>
                </a:solidFill>
              </a:defRPr>
            </a:pPr>
            <a:r>
              <a:t>1. 駅徒歩8分</a:t>
            </a:r>
          </a:p>
          <a:p>
            <a:pPr>
              <a:spcAft>
                <a:spcPts val="1000"/>
              </a:spcAft>
              <a:defRPr sz="1000"/>
            </a:pPr>
            <a:r>
              <a:t>都心アクセスと閑静さを両立！</a:t>
            </a:r>
          </a:p>
          <a:p>
            <a:pPr>
              <a:defRPr sz="1200" b="1">
                <a:solidFill>
                  <a:srgbClr val="B8860B"/>
                </a:solidFill>
              </a:defRPr>
            </a:pPr>
            <a:r>
              <a:t>2. 徒歩5分圏内に子育て施設充実</a:t>
            </a:r>
          </a:p>
          <a:p>
            <a:pPr>
              <a:spcAft>
                <a:spcPts val="1000"/>
              </a:spcAft>
              <a:defRPr sz="1000"/>
            </a:pPr>
            <a:r>
              <a:t>保育園/幼稚園/小学校/球技OK公園</a:t>
            </a:r>
          </a:p>
          <a:p>
            <a:pPr>
              <a:defRPr sz="1200" b="1">
                <a:solidFill>
                  <a:srgbClr val="B8860B"/>
                </a:solidFill>
              </a:defRPr>
            </a:pPr>
            <a:r>
              <a:t>3. 食洗機・自動洗浄浴槽付</a:t>
            </a:r>
          </a:p>
          <a:p>
            <a:pPr>
              <a:spcAft>
                <a:spcPts val="1000"/>
              </a:spcAft>
              <a:defRPr sz="1000"/>
            </a:pPr>
            <a:r>
              <a:t>月26時間分の家事を削減 ※1</a:t>
            </a:r>
            <a:br/>
            <a:r>
              <a:t>約32,000円分の時間価値！ ※2</a:t>
            </a:r>
          </a:p>
        </p:txBody>
      </p:sp>
      <p:pic>
        <p:nvPicPr>
          <p:cNvPr id="8" name="Picture 7" descr="kitchen.JPG.conver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4320000"/>
            <a:ext cx="1548000" cy="1161000"/>
          </a:xfrm>
          <a:prstGeom prst="rect">
            <a:avLst/>
          </a:prstGeom>
        </p:spPr>
      </p:pic>
      <p:pic>
        <p:nvPicPr>
          <p:cNvPr id="9" name="Picture 8" descr="bath.JPG.convert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000" y="4320000"/>
            <a:ext cx="1548000" cy="116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0000" y="1800000"/>
            <a:ext cx="36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✓ 各部屋の写真    ✓ 周辺地図    ✓ 内見ガイド</a:t>
            </a:r>
          </a:p>
        </p:txBody>
      </p:sp>
      <p:pic>
        <p:nvPicPr>
          <p:cNvPr id="11" name="Picture 10" descr="plan_1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0000" y="2520000"/>
            <a:ext cx="3600000" cy="226940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60000" y="1800000"/>
            <a:ext cx="2772000" cy="2160000"/>
          </a:xfrm>
          <a:prstGeom prst="rect">
            <a:avLst/>
          </a:prstGeom>
          <a:solidFill>
            <a:srgbClr val="F4F7EF"/>
          </a:solidFill>
          <a:ln>
            <a:solidFill>
              <a:srgbClr val="4A4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180000" rtlCol="0" anchor="ctr"/>
          <a:lstStyle/>
          <a:p>
            <a:pPr algn="ctr">
              <a:defRPr b="1"/>
            </a:pPr>
            <a:r>
              <a:t>賃料など条件</a:t>
            </a:r>
          </a:p>
          <a:p>
            <a:pPr>
              <a:spcBef>
                <a:spcPts val="1400"/>
              </a:spcBef>
            </a:pPr>
            <a:r>
              <a:t>賃料: </a:t>
            </a:r>
          </a:p>
          <a:p>
            <a:pPr>
              <a:spcBef>
                <a:spcPts val="1400"/>
              </a:spcBef>
            </a:pPr>
            <a:r>
              <a:t>管理費: </a:t>
            </a:r>
          </a:p>
          <a:p>
            <a:pPr>
              <a:spcBef>
                <a:spcPts val="1400"/>
              </a:spcBef>
            </a:pPr>
            <a:r>
              <a:t>敷金/礼金: </a:t>
            </a:r>
          </a:p>
          <a:p>
            <a:pPr>
              <a:spcBef>
                <a:spcPts val="1400"/>
              </a:spcBef>
            </a:pPr>
            <a:r>
              <a:t>入居時期: </a:t>
            </a:r>
          </a:p>
        </p:txBody>
      </p:sp>
      <p:pic>
        <p:nvPicPr>
          <p:cNvPr id="13" name="Picture 12" descr="deck1.JPG.convert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000" y="4140000"/>
            <a:ext cx="2772000" cy="18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60000" y="5652000"/>
            <a:ext cx="277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ウッドデッキ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12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※1 31日間毎日 浴槽掃除5分/食器洗い15分3回行った場合   ※2 東京都の最低賃金1,226円/時での概算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480000"/>
            <a:ext cx="9972000" cy="7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E3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業者記入欄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</Words>
  <Application>Microsoft Office PowerPoint</Application>
  <PresentationFormat>ユーザー設定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Junnosuke Naito</cp:lastModifiedBy>
  <cp:revision>2</cp:revision>
  <dcterms:created xsi:type="dcterms:W3CDTF">2013-01-27T09:14:16Z</dcterms:created>
  <dcterms:modified xsi:type="dcterms:W3CDTF">2026-01-02T13:20:56Z</dcterms:modified>
  <cp:category/>
</cp:coreProperties>
</file>